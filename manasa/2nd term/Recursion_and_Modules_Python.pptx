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4" r:id="rId8"/>
    <p:sldId id="261" r:id="rId9"/>
    <p:sldId id="266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01775"/>
            <a:ext cx="7772400" cy="1470025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 Modules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8413" y="2667000"/>
            <a:ext cx="6400800" cy="1752600"/>
          </a:xfrm>
        </p:spPr>
        <p:txBody>
          <a:bodyPr/>
          <a:lstStyle/>
          <a:p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Built-in and User-defined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671" y="264141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142" y="1417639"/>
            <a:ext cx="8780206" cy="3754130"/>
          </a:xfrm>
        </p:spPr>
        <p:txBody>
          <a:bodyPr>
            <a:normAutofit fontScale="925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is a process where a function calls itself.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recursive call should bring the problem closer to a base case.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Case: The condition under which recursion stops.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Recursive Case: The part of the function that calls itself.</a:t>
            </a:r>
          </a:p>
        </p:txBody>
      </p:sp>
      <p:pic>
        <p:nvPicPr>
          <p:cNvPr id="1026" name="Picture 2" descr="Everything you need to know about Recursion In Python | Edureka">
            <a:extLst>
              <a:ext uri="{FF2B5EF4-FFF2-40B4-BE49-F238E27FC236}">
                <a16:creationId xmlns:a16="http://schemas.microsoft.com/office/drawing/2014/main" id="{00198CB7-5BEB-9141-382F-428D24AC8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168" y="4650659"/>
            <a:ext cx="4206313" cy="213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Factorial Using 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factorial(n):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n == 0 or n == 1: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1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n * factorial(n-1)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print(factorial(5))  # Output: 120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ECE2B1-6DC4-6CE6-0F5F-8B4AE2990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51" y="1147133"/>
            <a:ext cx="6477904" cy="24006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899702-BC66-4559-A8D4-45A255049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51" y="3742587"/>
            <a:ext cx="4782217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751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2045"/>
            <a:ext cx="8087032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module is a file containing Python code (functions, classes, variables).</a:t>
            </a:r>
          </a:p>
          <a:p>
            <a:pPr marL="0" indent="0">
              <a:buNone/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allows code reuse and better organization.</a:t>
            </a:r>
          </a:p>
          <a:p>
            <a:pPr marL="0" indent="0">
              <a:buNone/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modules:</a:t>
            </a:r>
          </a:p>
          <a:p>
            <a:pPr marL="0" indent="0">
              <a:buNone/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Built-in Modules</a:t>
            </a:r>
          </a:p>
          <a:p>
            <a:pPr marL="0" indent="0">
              <a:buNone/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User-defined Modules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Built-in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523" y="1344561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provides many modules by default.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math: for mathematical functions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random: for random number generation</a:t>
            </a:r>
          </a:p>
          <a:p>
            <a:pPr algn="just"/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datetime: for date and time operations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 operating system interactions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math</a:t>
            </a:r>
          </a:p>
          <a:p>
            <a:pPr marL="0" indent="0">
              <a:buNone/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math.sqrt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(25))  # Output: 5.0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75F75F-9960-A45D-0A60-61F1BE933A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8599" y="1614917"/>
            <a:ext cx="7706801" cy="819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40937F-1C3B-6C2D-0DCC-CA52DB8D3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99" y="2652640"/>
            <a:ext cx="4629796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679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User-defined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006" y="1444677"/>
            <a:ext cx="8499987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user-defined module is created by the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programmer.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mymodule.py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def greet(name):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return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f'Hello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{name}!'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# main.py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import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mymodule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print(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mymodule.greet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('Alice'))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EAF78A-9B71-38CB-CF40-49DA4C005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91" y="1438208"/>
            <a:ext cx="7716327" cy="13432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93970B-7EED-8CD9-C3A3-406AEA10A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991" y="3132375"/>
            <a:ext cx="4572638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20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Recursion allows solving problems by calling the same function.</a:t>
            </a:r>
          </a:p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Modules organize code into reusable components.</a:t>
            </a:r>
          </a:p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Built-in modules provide ready-to-use functionalities.</a:t>
            </a:r>
          </a:p>
          <a:p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User-defined modules enhance modular programming.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274</Words>
  <Application>Microsoft Office PowerPoint</Application>
  <PresentationFormat>On-screen Show (4:3)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Recursion  Modules </vt:lpstr>
      <vt:lpstr> Recursion</vt:lpstr>
      <vt:lpstr>Example: Factorial Using Recursion</vt:lpstr>
      <vt:lpstr>PowerPoint Presentation</vt:lpstr>
      <vt:lpstr>Modules in Python</vt:lpstr>
      <vt:lpstr>Built-in Modules</vt:lpstr>
      <vt:lpstr>PowerPoint Presentation</vt:lpstr>
      <vt:lpstr>User-defined Modules</vt:lpstr>
      <vt:lpstr>PowerPoint Presentation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vamshi krishna</dc:creator>
  <cp:keywords/>
  <dc:description>generated using python-pptx</dc:description>
  <cp:lastModifiedBy>vamshi krishna</cp:lastModifiedBy>
  <cp:revision>2</cp:revision>
  <dcterms:created xsi:type="dcterms:W3CDTF">2013-01-27T09:14:16Z</dcterms:created>
  <dcterms:modified xsi:type="dcterms:W3CDTF">2025-10-19T18:25:49Z</dcterms:modified>
  <cp:category/>
</cp:coreProperties>
</file>